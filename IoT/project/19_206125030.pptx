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C9SEvst0R7oVo50BGSZ1Aq8mg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customschemas.google.com/relationships/presentationmetadata" Target="meta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a663a2f1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a663a2f11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a663a2f11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da663a2f11_0_2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a663a2f11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da663a2f11_0_3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a663a2f11_0_3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da663a2f11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a663a2f11_0_3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a663a2f11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a663a2f11_0_3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a663a2f11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a663a2f11_0_3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a663a2f11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a663a2f11_0_4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a663a2f11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a663a2f11_0_4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a663a2f11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a663a2f11_0_4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a663a2f11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a663a2f11_0_4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a663a2f11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a663a2f11_0_4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a663a2f11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a71295f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da71295fc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a663a2f11_0_4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a663a2f11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a663a2f11_0_28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da663a2f11_0_28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da663a2f11_0_28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a663a2f11_0_292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da663a2f11_0_29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g3da663a2f11_0_29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da663a2f11_0_29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da663a2f11_0_29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a663a2f11_0_2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da663a2f11_0_29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da663a2f11_0_29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da663a2f11_0_29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da663a2f11_0_29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a663a2f11_0_304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da663a2f11_0_304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3da663a2f11_0_30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da663a2f11_0_30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da663a2f11_0_30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a663a2f11_0_3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da663a2f11_0_310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g3da663a2f11_0_310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g3da663a2f11_0_3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da663a2f11_0_3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da663a2f11_0_3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a663a2f11_0_3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da663a2f11_0_31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da663a2f11_0_31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g3da663a2f11_0_31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da663a2f11_0_31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g3da663a2f11_0_3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da663a2f11_0_3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da663a2f11_0_3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a663a2f11_0_3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da663a2f11_0_3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da663a2f11_0_3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da663a2f11_0_3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a663a2f11_0_33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da663a2f11_0_33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g3da663a2f11_0_33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g3da663a2f11_0_3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da663a2f11_0_3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da663a2f11_0_3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a663a2f11_0_338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da663a2f11_0_33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da663a2f11_0_338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g3da663a2f11_0_33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da663a2f11_0_33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da663a2f11_0_33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a663a2f11_0_3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da663a2f11_0_345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da663a2f11_0_34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da663a2f11_0_34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da663a2f11_0_34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a663a2f11_0_351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da663a2f11_0_351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3da663a2f11_0_35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da663a2f11_0_35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da663a2f11_0_35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a663a2f11_0_2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g3da663a2f11_0_28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da663a2f11_0_28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da663a2f11_0_28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da663a2f11_0_28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"/>
          <p:cNvPicPr preferRelativeResize="0"/>
          <p:nvPr/>
        </p:nvPicPr>
        <p:blipFill rotWithShape="1">
          <a:blip r:embed="rId3">
            <a:alphaModFix/>
          </a:blip>
          <a:srcRect b="35230" l="0" r="0" t="37393"/>
          <a:stretch/>
        </p:blipFill>
        <p:spPr>
          <a:xfrm>
            <a:off x="0" y="3429000"/>
            <a:ext cx="16255999" cy="248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0" name="Google Shape;16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1"/>
          <p:cNvSpPr txBox="1"/>
          <p:nvPr/>
        </p:nvSpPr>
        <p:spPr>
          <a:xfrm>
            <a:off x="8686800" y="7786499"/>
            <a:ext cx="75693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 : Vaibhav Sonkusare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Roll No: 206125030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3da663a2f11_0_79"/>
          <p:cNvPicPr preferRelativeResize="0"/>
          <p:nvPr/>
        </p:nvPicPr>
        <p:blipFill rotWithShape="1">
          <a:blip r:embed="rId3">
            <a:alphaModFix/>
          </a:blip>
          <a:srcRect b="6376" l="0" r="0" t="0"/>
          <a:stretch/>
        </p:blipFill>
        <p:spPr>
          <a:xfrm>
            <a:off x="0" y="38100"/>
            <a:ext cx="16255999" cy="849032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da663a2f11_0_7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da663a2f11_0_278"/>
          <p:cNvPicPr preferRelativeResize="0"/>
          <p:nvPr/>
        </p:nvPicPr>
        <p:blipFill rotWithShape="1">
          <a:blip r:embed="rId3">
            <a:alphaModFix/>
          </a:blip>
          <a:srcRect b="89098" l="3940" r="3996" t="2182"/>
          <a:stretch/>
        </p:blipFill>
        <p:spPr>
          <a:xfrm>
            <a:off x="641225" y="474525"/>
            <a:ext cx="14966425" cy="76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da663a2f11_0_2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7138" y="1244000"/>
            <a:ext cx="13454599" cy="74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9" name="Google Shape;179;p3"/>
          <p:cNvPicPr preferRelativeResize="0"/>
          <p:nvPr/>
        </p:nvPicPr>
        <p:blipFill rotWithShape="1">
          <a:blip r:embed="rId3">
            <a:alphaModFix/>
          </a:blip>
          <a:srcRect b="55447" l="4189" r="4152" t="2688"/>
          <a:stretch/>
        </p:blipFill>
        <p:spPr>
          <a:xfrm>
            <a:off x="679700" y="282150"/>
            <a:ext cx="14902300" cy="379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2801" y="3975650"/>
            <a:ext cx="6970398" cy="497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6" name="Google Shape;186;p4"/>
          <p:cNvPicPr preferRelativeResize="0"/>
          <p:nvPr/>
        </p:nvPicPr>
        <p:blipFill rotWithShape="1">
          <a:blip r:embed="rId3">
            <a:alphaModFix/>
          </a:blip>
          <a:srcRect b="6941" l="4046" r="4202" t="2684"/>
          <a:stretch/>
        </p:blipFill>
        <p:spPr>
          <a:xfrm>
            <a:off x="666875" y="282150"/>
            <a:ext cx="14915124" cy="819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da663a2f11_0_362"/>
          <p:cNvPicPr preferRelativeResize="0"/>
          <p:nvPr/>
        </p:nvPicPr>
        <p:blipFill rotWithShape="1">
          <a:blip r:embed="rId3">
            <a:alphaModFix/>
          </a:blip>
          <a:srcRect b="89106" l="0" r="0" t="0"/>
          <a:stretch/>
        </p:blipFill>
        <p:spPr>
          <a:xfrm>
            <a:off x="0" y="38100"/>
            <a:ext cx="16255999" cy="98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da663a2f11_0_3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900" y="2435200"/>
            <a:ext cx="5981700" cy="489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da663a2f11_0_362"/>
          <p:cNvPicPr preferRelativeResize="0"/>
          <p:nvPr/>
        </p:nvPicPr>
        <p:blipFill rotWithShape="1">
          <a:blip r:embed="rId3">
            <a:alphaModFix/>
          </a:blip>
          <a:srcRect b="9482" l="50649" r="753" t="11172"/>
          <a:stretch/>
        </p:blipFill>
        <p:spPr>
          <a:xfrm>
            <a:off x="8194975" y="1025975"/>
            <a:ext cx="7900001" cy="719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5"/>
          <p:cNvPicPr preferRelativeResize="0"/>
          <p:nvPr/>
        </p:nvPicPr>
        <p:blipFill rotWithShape="1">
          <a:blip r:embed="rId3">
            <a:alphaModFix/>
          </a:blip>
          <a:srcRect b="68598" l="0" r="0" t="0"/>
          <a:stretch/>
        </p:blipFill>
        <p:spPr>
          <a:xfrm>
            <a:off x="0" y="38100"/>
            <a:ext cx="16255999" cy="284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0" name="Google Shape;20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1849" y="3285525"/>
            <a:ext cx="13232301" cy="257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1850" y="6546350"/>
            <a:ext cx="13232301" cy="157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a663a2f11_0_36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7" name="Google Shape;207;g3da663a2f11_0_3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1825" y="128375"/>
            <a:ext cx="11248749" cy="888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da663a2f11_0_369"/>
          <p:cNvSpPr txBox="1"/>
          <p:nvPr/>
        </p:nvSpPr>
        <p:spPr>
          <a:xfrm>
            <a:off x="436050" y="128375"/>
            <a:ext cx="3770400" cy="4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Pre-Shared Key Method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a663a2f11_0_376"/>
          <p:cNvSpPr txBox="1"/>
          <p:nvPr/>
        </p:nvSpPr>
        <p:spPr>
          <a:xfrm>
            <a:off x="436050" y="128375"/>
            <a:ext cx="3770400" cy="4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Public Key-Method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g3da663a2f11_0_3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8050" y="152400"/>
            <a:ext cx="10255551" cy="89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a663a2f11_0_395"/>
          <p:cNvSpPr txBox="1"/>
          <p:nvPr/>
        </p:nvSpPr>
        <p:spPr>
          <a:xfrm>
            <a:off x="436050" y="128375"/>
            <a:ext cx="3770400" cy="4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Revised Public Key-Method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g3da663a2f11_0_3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6975" y="152400"/>
            <a:ext cx="10313889" cy="883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a663a2f11_0_38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g3da663a2f11_0_382"/>
          <p:cNvSpPr txBox="1"/>
          <p:nvPr/>
        </p:nvSpPr>
        <p:spPr>
          <a:xfrm>
            <a:off x="436050" y="128375"/>
            <a:ext cx="3770400" cy="4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Signature Method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g3da663a2f11_0_3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7569" y="128375"/>
            <a:ext cx="12031701" cy="882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a663a2f11_0_40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g3da663a2f11_0_402"/>
          <p:cNvSpPr txBox="1"/>
          <p:nvPr/>
        </p:nvSpPr>
        <p:spPr>
          <a:xfrm>
            <a:off x="436050" y="128375"/>
            <a:ext cx="3770400" cy="4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Aggressive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Pre-Shared Key Method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g3da663a2f11_0_4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550" y="1178375"/>
            <a:ext cx="12449624" cy="690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a663a2f11_0_408"/>
          <p:cNvSpPr txBox="1"/>
          <p:nvPr/>
        </p:nvSpPr>
        <p:spPr>
          <a:xfrm>
            <a:off x="436050" y="128375"/>
            <a:ext cx="3770400" cy="4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Aggressive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Public Key-Method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g3da663a2f11_0_4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3860" y="440425"/>
            <a:ext cx="12281391" cy="82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a663a2f11_0_413"/>
          <p:cNvSpPr txBox="1"/>
          <p:nvPr/>
        </p:nvSpPr>
        <p:spPr>
          <a:xfrm>
            <a:off x="436050" y="128375"/>
            <a:ext cx="3770400" cy="4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Aggressive Mode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Revised Public Key-Method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g3da663a2f11_0_4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850" y="152400"/>
            <a:ext cx="11580850" cy="894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a663a2f11_0_4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g3da663a2f11_0_418"/>
          <p:cNvSpPr txBox="1"/>
          <p:nvPr/>
        </p:nvSpPr>
        <p:spPr>
          <a:xfrm>
            <a:off x="436050" y="128375"/>
            <a:ext cx="3770400" cy="4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Aggressive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Signature Method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g3da663a2f11_0_4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450" y="967513"/>
            <a:ext cx="11807976" cy="720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a663a2f11_0_4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" name="Google Shape;259;g3da663a2f11_0_428"/>
          <p:cNvSpPr txBox="1"/>
          <p:nvPr/>
        </p:nvSpPr>
        <p:spPr>
          <a:xfrm>
            <a:off x="436050" y="128375"/>
            <a:ext cx="3770400" cy="4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II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Quick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g3da663a2f11_0_4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1724" y="718175"/>
            <a:ext cx="12222775" cy="78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g3da71295fc4_0_0"/>
          <p:cNvPicPr preferRelativeResize="0"/>
          <p:nvPr/>
        </p:nvPicPr>
        <p:blipFill rotWithShape="1">
          <a:blip r:embed="rId3">
            <a:alphaModFix/>
          </a:blip>
          <a:srcRect b="84438" l="0" r="0" t="0"/>
          <a:stretch/>
        </p:blipFill>
        <p:spPr>
          <a:xfrm>
            <a:off x="0" y="38100"/>
            <a:ext cx="16255999" cy="141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da71295fc4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7" name="Google Shape;267;g3da71295fc4_0_0"/>
          <p:cNvPicPr preferRelativeResize="0"/>
          <p:nvPr/>
        </p:nvPicPr>
        <p:blipFill rotWithShape="1">
          <a:blip r:embed="rId3">
            <a:alphaModFix/>
          </a:blip>
          <a:srcRect b="5803" l="0" r="0" t="55303"/>
          <a:stretch/>
        </p:blipFill>
        <p:spPr>
          <a:xfrm>
            <a:off x="0" y="5052925"/>
            <a:ext cx="16255999" cy="3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3da71295fc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2338" y="1691375"/>
            <a:ext cx="8895316" cy="32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13"/>
          <p:cNvPicPr preferRelativeResize="0"/>
          <p:nvPr/>
        </p:nvPicPr>
        <p:blipFill rotWithShape="1">
          <a:blip r:embed="rId3">
            <a:alphaModFix/>
          </a:blip>
          <a:srcRect b="8776" l="0" r="0" t="0"/>
          <a:stretch/>
        </p:blipFill>
        <p:spPr>
          <a:xfrm>
            <a:off x="0" y="38100"/>
            <a:ext cx="16255999" cy="8272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14"/>
          <p:cNvPicPr preferRelativeResize="0"/>
          <p:nvPr/>
        </p:nvPicPr>
        <p:blipFill rotWithShape="1">
          <a:blip r:embed="rId3">
            <a:alphaModFix/>
          </a:blip>
          <a:srcRect b="6655" l="0" r="0" t="0"/>
          <a:stretch/>
        </p:blipFill>
        <p:spPr>
          <a:xfrm>
            <a:off x="0" y="38100"/>
            <a:ext cx="16255999" cy="846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15"/>
          <p:cNvPicPr preferRelativeResize="0"/>
          <p:nvPr/>
        </p:nvPicPr>
        <p:blipFill rotWithShape="1">
          <a:blip r:embed="rId3">
            <a:alphaModFix/>
          </a:blip>
          <a:srcRect b="6795" l="0" r="0" t="0"/>
          <a:stretch/>
        </p:blipFill>
        <p:spPr>
          <a:xfrm>
            <a:off x="0" y="38100"/>
            <a:ext cx="16255999" cy="84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a663a2f11_0_43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g3da663a2f11_0_438"/>
          <p:cNvSpPr txBox="1"/>
          <p:nvPr/>
        </p:nvSpPr>
        <p:spPr>
          <a:xfrm>
            <a:off x="1000325" y="859250"/>
            <a:ext cx="5399100" cy="17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Doubts?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